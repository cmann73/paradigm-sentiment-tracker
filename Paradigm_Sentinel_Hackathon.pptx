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PARADIGM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rot="2700000">
            <a:off x="2395728" y="347472"/>
            <a:ext cx="164592" cy="164592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887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Paradigm Sentinel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320040" y="2286000"/>
            <a:ext cx="1280160" cy="36576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4231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sentiment &amp; threat intelligence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Paradigm and its leadership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3108960"/>
            <a:ext cx="2560320" cy="347472"/>
          </a:xfrm>
          <a:prstGeom prst="rect">
            <a:avLst/>
          </a:prstGeom>
          <a:solidFill>
            <a:srgbClr val="001A12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181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3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CENTAUR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3108960"/>
            <a:ext cx="256032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1181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AI ANALYSIS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3108960"/>
            <a:ext cx="256032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1181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PALANTIR-STYLE INTERFACE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3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paradigm-sentiment-tracker.svc-ai.dayno.xyz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457200"/>
            <a:ext cx="2834640" cy="42976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A38"/>
            </a:solidFill>
            <a:prstDash val="solid"/>
          </a:ln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457200"/>
            <a:ext cx="640080" cy="4297680"/>
          </a:xfrm>
          <a:prstGeom prst="rect">
            <a:avLst/>
          </a:prstGeom>
          <a:solidFill>
            <a:srgbClr val="0A101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6208" y="1005840"/>
            <a:ext cx="228600" cy="54864"/>
          </a:xfrm>
          <a:prstGeom prst="rect">
            <a:avLst/>
          </a:prstGeom>
          <a:solidFill>
            <a:srgbClr val="4C90F0"/>
          </a:solidFill>
          <a:ln w="12700">
            <a:solidFill>
              <a:srgbClr val="4C9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1417320"/>
            <a:ext cx="228600" cy="54864"/>
          </a:xfrm>
          <a:prstGeom prst="rect">
            <a:avLst/>
          </a:prstGeom>
          <a:solidFill>
            <a:srgbClr val="4C90F0"/>
          </a:solidFill>
          <a:ln w="12700">
            <a:solidFill>
              <a:srgbClr val="4C90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828800"/>
            <a:ext cx="228600" cy="548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6208" y="2240280"/>
            <a:ext cx="228600" cy="548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2651760"/>
            <a:ext cx="228600" cy="548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777240"/>
            <a:ext cx="868680" cy="640080"/>
          </a:xfrm>
          <a:prstGeom prst="rect">
            <a:avLst/>
          </a:prstGeom>
          <a:solidFill>
            <a:srgbClr val="131B24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67144" y="813816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67144" y="1124712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MENTIONS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818120" y="777240"/>
            <a:ext cx="868680" cy="640080"/>
          </a:xfrm>
          <a:prstGeom prst="rect">
            <a:avLst/>
          </a:prstGeom>
          <a:solidFill>
            <a:srgbClr val="131B24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72984" y="813816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872984" y="1124712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812280" y="1600200"/>
            <a:ext cx="868680" cy="640080"/>
          </a:xfrm>
          <a:prstGeom prst="rect">
            <a:avLst/>
          </a:prstGeom>
          <a:solidFill>
            <a:srgbClr val="131B24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67144" y="1636776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67144" y="1947672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818120" y="1600200"/>
            <a:ext cx="868680" cy="640080"/>
          </a:xfrm>
          <a:prstGeom prst="rect">
            <a:avLst/>
          </a:prstGeom>
          <a:solidFill>
            <a:srgbClr val="131B24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72984" y="1636776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-0.12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872984" y="1947672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 rot="-3187806">
            <a:off x="6812280" y="2651760"/>
            <a:ext cx="228600" cy="13716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8100000">
            <a:off x="6949440" y="2468880"/>
            <a:ext cx="129316" cy="13716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-2319588">
            <a:off x="6858000" y="2560320"/>
            <a:ext cx="292751" cy="13716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7421404">
            <a:off x="7086600" y="2377440"/>
            <a:ext cx="164846" cy="13716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-2319588">
            <a:off x="6995160" y="2514600"/>
            <a:ext cx="292751" cy="13716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8100000">
            <a:off x="7223760" y="2331720"/>
            <a:ext cx="129316" cy="13716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-2212194">
            <a:off x="7132320" y="2423160"/>
            <a:ext cx="228600" cy="13716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8778596">
            <a:off x="7315200" y="2286000"/>
            <a:ext cx="164846" cy="13716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-137437">
            <a:off x="7178040" y="2377440"/>
            <a:ext cx="1143914" cy="13716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35040" y="4608576"/>
            <a:ext cx="2834640" cy="146304"/>
          </a:xfrm>
          <a:prstGeom prst="rect">
            <a:avLst/>
          </a:prstGeom>
          <a:solidFill>
            <a:srgbClr val="0A101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80760" y="461772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spc="100" kern="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· PARADIGM SENTINEL · CENTAUR AI</a:t>
            </a:r>
            <a:endParaRPr lang="en-US" sz="550" dirty="0"/>
          </a:p>
        </p:txBody>
      </p:sp>
      <p:sp>
        <p:nvSpPr>
          <p:cNvPr id="45" name="Text 43"/>
          <p:cNvSpPr/>
          <p:nvPr/>
        </p:nvSpPr>
        <p:spPr>
          <a:xfrm>
            <a:off x="3200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at Paradigm AI Hackathon ·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6060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PARADIGM  ›  SENTINEL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27432" cy="640080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081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Multi-Source Intelligence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Centaur AI agents continuously scan Twitter/X, Reddit, CoinDesk, and The Block for mentions of @Paradigm and leadership.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258568"/>
            <a:ext cx="27432" cy="64008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768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Sourced Threat Detection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5328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drawn from the DHS Media Monitoring list and The Grievance Dictionary (van der Vegt et al., 2021) — 4 severity tiers.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127248"/>
            <a:ext cx="27432" cy="640080"/>
          </a:xfrm>
          <a:prstGeom prst="rect">
            <a:avLst/>
          </a:prstGeom>
          <a:solidFill>
            <a:srgbClr val="4C90F0"/>
          </a:solidFill>
          <a:ln w="12700">
            <a:solidFill>
              <a:srgbClr val="4C9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45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Palantir-Style Interface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4015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 design system: dark navy, left-sidebar nav, data tables with detail panels, callout alerts, and trend charts.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995928"/>
            <a:ext cx="27432" cy="64008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0142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Centaur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2702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shipped in one hackathon day. Runs as a live Next.js app at paradigm-sentiment-tracker.svc-ai.dayno.xyz.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2064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TIERS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20640" y="1691640"/>
            <a:ext cx="370332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1691640"/>
            <a:ext cx="27432" cy="47548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0368" y="1737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30368" y="1920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assassination · hostage · kill · bomb · plot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20640" y="2258568"/>
            <a:ext cx="370332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2258568"/>
            <a:ext cx="27432" cy="47548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0368" y="23042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30368" y="2487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· stalk · weapon · firearm · extort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20640" y="2825496"/>
            <a:ext cx="370332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0640" y="2825496"/>
            <a:ext cx="27432" cy="475488"/>
          </a:xfrm>
          <a:prstGeom prst="rect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0368" y="28712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E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30368" y="30540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· scam · lawsuit · doxx · manipulation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20640" y="3392424"/>
            <a:ext cx="370332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20640" y="3392424"/>
            <a:ext cx="27432" cy="475488"/>
          </a:xfrm>
          <a:prstGeom prst="rect">
            <a:avLst/>
          </a:prstGeom>
          <a:solidFill>
            <a:srgbClr val="4C90F0"/>
          </a:solidFill>
          <a:ln w="12700">
            <a:solidFill>
              <a:srgbClr val="4C90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0368" y="34381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C9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30368" y="36210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· misleading · boycott · shady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20640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120640" y="4370832"/>
            <a:ext cx="877824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4379976"/>
            <a:ext cx="786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Twitter/X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44184" y="4370832"/>
            <a:ext cx="877824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9904" y="4379976"/>
            <a:ext cx="786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967728" y="4370832"/>
            <a:ext cx="877824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13448" y="4379976"/>
            <a:ext cx="786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D3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CoinDesk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891272" y="4370832"/>
            <a:ext cx="877824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36992" y="4379976"/>
            <a:ext cx="786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Block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004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D3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paradigm-sentiment-tracker.svc-ai.dayno.xyz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315200" y="4828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/>
          </a:solidFill>
          <a:ln w="12700">
            <a:solidFill>
              <a:srgbClr val="03030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931920" y="1920240"/>
            <a:ext cx="1280160" cy="36576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40280"/>
            <a:ext cx="2606040" cy="2194560"/>
          </a:xfrm>
          <a:prstGeom prst="rect">
            <a:avLst/>
          </a:prstGeom>
          <a:solidFill>
            <a:srgbClr val="080808"/>
          </a:solidFill>
          <a:ln w="12700">
            <a:solidFill>
              <a:srgbClr val="1E1E1E"/>
            </a:solidFill>
            <a:prstDash val="solid"/>
          </a:ln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240280"/>
            <a:ext cx="2606040" cy="36576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3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daily digest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Slack alert summarizing overnight spikes in threat keywords or sentiment shifts.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2240280"/>
            <a:ext cx="2606040" cy="2194560"/>
          </a:xfrm>
          <a:prstGeom prst="rect">
            <a:avLst/>
          </a:prstGeom>
          <a:solidFill>
            <a:srgbClr val="080808"/>
          </a:solidFill>
          <a:ln w="12700">
            <a:solidFill>
              <a:srgbClr val="1E1E1E"/>
            </a:solidFill>
            <a:prstDash val="solid"/>
          </a:ln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2240280"/>
            <a:ext cx="2606040" cy="36576"/>
          </a:xfrm>
          <a:prstGeom prst="rect">
            <a:avLst/>
          </a:prstGeom>
          <a:solidFill>
            <a:srgbClr val="4C90F0"/>
          </a:solidFill>
          <a:ln w="12700">
            <a:solidFill>
              <a:srgbClr val="4C9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9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0" y="2788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portfolio companies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74720" y="32918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Tempo, Noise, and other Paradigm-backed projects using the same infrastructure.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2240280"/>
            <a:ext cx="2606040" cy="2194560"/>
          </a:xfrm>
          <a:prstGeom prst="rect">
            <a:avLst/>
          </a:prstGeom>
          <a:solidFill>
            <a:srgbClr val="080808"/>
          </a:solidFill>
          <a:ln w="12700">
            <a:solidFill>
              <a:srgbClr val="1E1E1E"/>
            </a:solidFill>
            <a:prstDash val="solid"/>
          </a:ln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240280"/>
            <a:ext cx="2606040" cy="36576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09360" y="2788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alert routing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09360" y="32918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and high-severity alerts routed directly to security team via Slack or PagerDuty.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48006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Chris Mann  ·  Paradigm AI Hackathon  ·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Paradigm Sentinel</dc:title>
  <dc:subject>PptxGenJS Presentation</dc:subject>
  <dc:creator>PptxGenJS</dc:creator>
  <cp:lastModifiedBy>PptxGenJS</cp:lastModifiedBy>
  <cp:revision>1</cp:revision>
  <dcterms:created xsi:type="dcterms:W3CDTF">2026-04-23T20:21:32Z</dcterms:created>
  <dcterms:modified xsi:type="dcterms:W3CDTF">2026-04-23T20:21:32Z</dcterms:modified>
</cp:coreProperties>
</file>