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 rot="2700000">
            <a:off x="2395728" y="347472"/>
            <a:ext cx="164592" cy="164592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Signal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20040" y="2286000"/>
            <a:ext cx="1280160" cy="3657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4231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sentiment &amp; threat intelligence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Paradigm and its leadership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2560320" cy="347472"/>
          </a:xfrm>
          <a:prstGeom prst="rect">
            <a:avLst/>
          </a:prstGeom>
          <a:solidFill>
            <a:srgbClr val="001A12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18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CENTAUR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3108960"/>
            <a:ext cx="25603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118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AI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3108960"/>
            <a:ext cx="2560320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118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PALANTIR-STYLE INTERFACE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3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paradigm-sentiment-tracker.svc-ai.dayno.xyz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457200"/>
            <a:ext cx="2834640" cy="4297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A38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457200"/>
            <a:ext cx="640080" cy="4297680"/>
          </a:xfrm>
          <a:prstGeom prst="rect">
            <a:avLst/>
          </a:prstGeom>
          <a:solidFill>
            <a:srgbClr val="0A101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005840"/>
            <a:ext cx="228600" cy="54864"/>
          </a:xfrm>
          <a:prstGeom prst="rect">
            <a:avLst/>
          </a:prstGeom>
          <a:solidFill>
            <a:srgbClr val="4C90F0"/>
          </a:solidFill>
          <a:ln w="12700">
            <a:solidFill>
              <a:srgbClr val="4C9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417320"/>
            <a:ext cx="228600" cy="54864"/>
          </a:xfrm>
          <a:prstGeom prst="rect">
            <a:avLst/>
          </a:prstGeom>
          <a:solidFill>
            <a:srgbClr val="4C90F0"/>
          </a:solidFill>
          <a:ln w="12700">
            <a:solidFill>
              <a:srgbClr val="4C90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828800"/>
            <a:ext cx="22860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2240280"/>
            <a:ext cx="22860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2651760"/>
            <a:ext cx="22860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777240"/>
            <a:ext cx="868680" cy="6400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813816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67144" y="112471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818120" y="777240"/>
            <a:ext cx="868680" cy="6400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72984" y="813816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72984" y="112471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812280" y="1600200"/>
            <a:ext cx="868680" cy="6400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1636776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67144" y="194767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818120" y="1600200"/>
            <a:ext cx="868680" cy="640080"/>
          </a:xfrm>
          <a:prstGeom prst="rect">
            <a:avLst/>
          </a:prstGeom>
          <a:solidFill>
            <a:srgbClr val="131B24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72984" y="1636776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72984" y="194767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55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 rot="-3187806">
            <a:off x="6812280" y="2651760"/>
            <a:ext cx="228600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8100000">
            <a:off x="6949440" y="2468880"/>
            <a:ext cx="129316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2319588">
            <a:off x="6858000" y="2560320"/>
            <a:ext cx="292751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7421404">
            <a:off x="7086600" y="2377440"/>
            <a:ext cx="164846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2319588">
            <a:off x="6995160" y="2514600"/>
            <a:ext cx="292751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8100000">
            <a:off x="7223760" y="2331720"/>
            <a:ext cx="129316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2212194">
            <a:off x="7132320" y="2423160"/>
            <a:ext cx="228600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8778596">
            <a:off x="7315200" y="2286000"/>
            <a:ext cx="164846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137437">
            <a:off x="7178040" y="2377440"/>
            <a:ext cx="1143914" cy="1371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4608576"/>
            <a:ext cx="2834640" cy="146304"/>
          </a:xfrm>
          <a:prstGeom prst="rect">
            <a:avLst/>
          </a:prstGeom>
          <a:solidFill>
            <a:srgbClr val="0A101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46177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spc="100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· PARADIGM SIGNAL · CENTAUR AI</a:t>
            </a:r>
            <a:endParaRPr lang="en-US" sz="550" dirty="0"/>
          </a:p>
        </p:txBody>
      </p:sp>
      <p:sp>
        <p:nvSpPr>
          <p:cNvPr id="45" name="Text 43"/>
          <p:cNvSpPr/>
          <p:nvPr/>
        </p:nvSpPr>
        <p:spPr>
          <a:xfrm>
            <a:off x="3200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at Paradigm AI Hackathon ·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060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 ›  SIGNAL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7432" cy="640080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08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Multi-Source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Centaur AI agents continuously scan Twitter/X, Reddit, CoinDesk, and The Block for mentions of @Paradigm and leadership.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258568"/>
            <a:ext cx="27432" cy="640080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768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 Threat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32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drawn from the DHS Media Monitoring list and The Grievance Dictionary (van der Vegt et al., 2021) — 4 severity tiers.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127248"/>
            <a:ext cx="27432" cy="640080"/>
          </a:xfrm>
          <a:prstGeom prst="rect">
            <a:avLst/>
          </a:prstGeom>
          <a:solidFill>
            <a:srgbClr val="4C90F0"/>
          </a:solidFill>
          <a:ln w="12700">
            <a:solidFill>
              <a:srgbClr val="4C9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45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Palantir-Style Interface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design system: dark navy, left-sidebar nav, data tables with detail panels, callout alerts, and trend charts.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995928"/>
            <a:ext cx="27432" cy="6400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14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Centaur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70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shipped in one hackathon day. Runs as a live Next.js app at paradigm-sentiment-tracker.svc-ai.dayno.xyz.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20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TIERS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1691640"/>
            <a:ext cx="370332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1691640"/>
            <a:ext cx="27432" cy="475488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30368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assassination · hostage · kill · bomb · plot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2258568"/>
            <a:ext cx="370332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258568"/>
            <a:ext cx="27432" cy="47548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2304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0368" y="2487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· stalk · weapon · firearm · extort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2825496"/>
            <a:ext cx="370332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2825496"/>
            <a:ext cx="27432" cy="475488"/>
          </a:xfrm>
          <a:prstGeom prst="rect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2871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E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30540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· scam · lawsuit · doxx · manipulation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0" y="3392424"/>
            <a:ext cx="3703320" cy="475488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0" y="3392424"/>
            <a:ext cx="27432" cy="475488"/>
          </a:xfrm>
          <a:prstGeom prst="rect">
            <a:avLst/>
          </a:prstGeom>
          <a:solidFill>
            <a:srgbClr val="4C90F0"/>
          </a:solidFill>
          <a:ln w="12700">
            <a:solidFill>
              <a:srgbClr val="4C90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438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C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30368" y="36210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· misleading · boycott · shady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20640" y="4370832"/>
            <a:ext cx="877824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37997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Twitter/X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44184" y="4370832"/>
            <a:ext cx="877824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9904" y="437997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67728" y="4370832"/>
            <a:ext cx="877824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13448" y="437997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CoinDesk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891272" y="4370832"/>
            <a:ext cx="877824" cy="320040"/>
          </a:xfrm>
          <a:prstGeom prst="rect">
            <a:avLst/>
          </a:prstGeom>
          <a:solidFill>
            <a:srgbClr val="0A0A0A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36992" y="4379976"/>
            <a:ext cx="786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3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paradigm-sentiment-tracker.svc-ai.dayno.xyz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4828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/>
          </a:solidFill>
          <a:ln w="12700">
            <a:solidFill>
              <a:srgbClr val="0303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931920" y="1920240"/>
            <a:ext cx="1280160" cy="3657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40280"/>
            <a:ext cx="2606040" cy="2194560"/>
          </a:xfrm>
          <a:prstGeom prst="rect">
            <a:avLst/>
          </a:prstGeom>
          <a:solidFill>
            <a:srgbClr val="080808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2606040" cy="36576"/>
          </a:xfrm>
          <a:prstGeom prst="rect">
            <a:avLst/>
          </a:prstGeom>
          <a:solidFill>
            <a:srgbClr val="00D395"/>
          </a:solidFill>
          <a:ln w="12700">
            <a:solidFill>
              <a:srgbClr val="00D3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daily digest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Slack alert summarizing overnight spikes in threat keywords or sentiment shifts.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2606040" cy="2194560"/>
          </a:xfrm>
          <a:prstGeom prst="rect">
            <a:avLst/>
          </a:prstGeom>
          <a:solidFill>
            <a:srgbClr val="080808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240280"/>
            <a:ext cx="2606040" cy="36576"/>
          </a:xfrm>
          <a:prstGeom prst="rect">
            <a:avLst/>
          </a:prstGeom>
          <a:solidFill>
            <a:srgbClr val="4C90F0"/>
          </a:solidFill>
          <a:ln w="12700">
            <a:solidFill>
              <a:srgbClr val="4C9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9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portfolio companies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7472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Tempo, Noise, and other Paradigm-backed projects using the same infrastructure.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240280"/>
            <a:ext cx="2606040" cy="2194560"/>
          </a:xfrm>
          <a:prstGeom prst="rect">
            <a:avLst/>
          </a:prstGeom>
          <a:solidFill>
            <a:srgbClr val="080808"/>
          </a:solidFill>
          <a:ln w="12700">
            <a:solidFill>
              <a:srgbClr val="1E1E1E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240280"/>
            <a:ext cx="2606040" cy="3657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alert routing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32918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and high-severity alerts routed directly to security team via Slack or PagerDuty.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Chris Mann  ·  Paradigm AI Hackathon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 Signal</dc:title>
  <dc:subject>PptxGenJS Presentation</dc:subject>
  <dc:creator>PptxGenJS</dc:creator>
  <cp:lastModifiedBy>PptxGenJS</cp:lastModifiedBy>
  <cp:revision>1</cp:revision>
  <dcterms:created xsi:type="dcterms:W3CDTF">2026-04-23T20:37:33Z</dcterms:created>
  <dcterms:modified xsi:type="dcterms:W3CDTF">2026-04-23T20:37:33Z</dcterms:modified>
</cp:coreProperties>
</file>